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DONaid and what it does in one sentence. Mention this is a full‑stack capstone with real-time chat and CRUD listings.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the problem matters: waste reduction, community reuse, and convenience. Keep this slide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objectives and link them to features you will demo: login, create item, browse/filter, chat, edit/delete.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who benefits and why. Emphasise community value and sustainability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high-level architecture: React UI calls Express REST endpoints for auth/items and uses Socket.IO for chat. Data is stored in MySQL via Sequelize. Images are saved in uploads and served back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wireframes were used early to validate layout and flow. The final UI is high-fidelity using Material UI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login flow: user submits credentials, API returns token, client stores token and sends it in Authorization header for protected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register endpoint working. Note email uniqueness and password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relationships: Users own Items, Users have Sessions (tokens), Items have ChatMessages, ChatMessages link to sender and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Quickly list the core features, then transition to testing evidence and live demo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testing approach: Jest + Supertest hitting endpoints. Mention separate test DB. Highlight what is covered (auth, CRUD, permissions) and what could be improved (more controller branches, socket tests).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your branching approach: feature branches and merges. Mention meaningful commits and using tags/releases if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2–3 key challenges and what you learned. Emphasise debugging skills and how you improved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exact order during the demo. Keep it short and focused. If something fails, return to Items page and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what you built and why it matters. End with 2–3 future enhancements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</a:defRPr>
            </a:pPr>
            <a:r>
              <a:t>DONaid – Donation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Capstone Project Presentation</a:t>
            </a:r>
            <a:br/>
            <a:r>
              <a:t>Justina Bosco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Problem &amp;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Usable household items are often discarded instead of donated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Donation coordination is fragmented across multiple informal channels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Opportunity: One platform for listings + search + item-specific messaging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Allow users to register and log in securely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Enable donors to create item listings with photos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Help recipients browse, filter by category, and search by keywords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Support real-time messaging about a specific item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Enforce owner-only edit/delete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Stakeholders &amp;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Donors: list items quickly and coordinate pickup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Recipients: discover available items and contact donors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Community organisations (future): reuse and distribution support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Value: reduces waste, improves accessibility, and speeds up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React Frontend</a:t>
            </a:r>
            <a:br/>
            <a:r>
              <a:t>(MUI + 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4300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Express API</a:t>
            </a:r>
            <a:br/>
            <a:r>
              <a:t>(MVC Routes/Controllers)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8892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Socket.IO</a:t>
            </a:r>
            <a:br/>
            <a:r>
              <a:t>Realtime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143000"/>
            <a:ext cx="3108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MySQL</a:t>
            </a:r>
            <a:br/>
            <a:r>
              <a:t>(Sequelize ORM)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88920"/>
            <a:ext cx="31089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Uploads Folder</a:t>
            </a:r>
            <a:br/>
            <a:r>
              <a:t>Saved Images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297680" y="1737360"/>
            <a:ext cx="274320" cy="137159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86200" y="15773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REST 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148840"/>
            <a:ext cx="274320" cy="12344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86200" y="25374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Socket events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1737360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35240" y="1508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DB read/write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046720" y="1737360"/>
            <a:ext cx="274320" cy="16459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5240" y="2331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Store messages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0" y="2560320"/>
            <a:ext cx="274320" cy="8229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5240" y="27432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Save/serve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78892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Auth: Bearer Token</a:t>
            </a:r>
            <a:br/>
            <a:r>
              <a:t>(Sessions table)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60320" y="2651760"/>
            <a:ext cx="0" cy="13716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11679" y="24917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Design Progression – Early Wireframes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 if 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Low-fidelity planning helped confirm layouts and user flow before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Authentication –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Login returns a Bearer token used to access protected endpoints.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Authentication – 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gi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Register creates a user account and enables login.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Database Schema (ERD)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e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Core entities: Users, Sessions, Items, ChatMessages.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Core Features (What the app can 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Create item listings (title, description, category, condition, image)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Browse items with category filter + keyword search + My Items toggle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View item detail (photo, owner info) and chat about the item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Owner-only edit/delete via secured API routes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Real-time chat per item (Socket.IO room) with message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Testing &amp; Coverage (Jest + Supertest)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st 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Automated API tests with coverage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Version Control – Branching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hub branc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10515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Feature branches used for organised development and easier debugging.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Challenges &amp;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Token/session handling: ensuring Authorization header is attached consistently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Multi-user behaviour: reconnecting Socket.IO when user changes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UI polish: sticky AppBar + scroll offset to keep controls visible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Testing setup: isolated test DB and stable, repeatable test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Live Demo Checklist (2–3 minutes)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1) Login (or register a new user)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2) Browse items and use filters (category + search)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3) Add a new item with an image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4) Open item detail and send a chat message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5) Edit the item status (owner only) and optionally delete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6) Show coverage report quickly (proof of testing)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Delivered a full-stack donation marketplace MVP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Secure auth, CRUD listings with images, and real-time chat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Automated tests provide confidence and support future changes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Next steps: admin moderation, improved chat privacy, deployment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DONaid Capstone • Justina Bosco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